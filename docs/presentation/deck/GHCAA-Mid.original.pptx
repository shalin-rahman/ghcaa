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85" r:id="rId4"/>
    <p:sldMasterId id="2147483967" r:id="rId5"/>
  </p:sldMasterIdLst>
  <p:notesMasterIdLst>
    <p:notesMasterId r:id="rId11"/>
  </p:notesMasterIdLst>
  <p:handoutMasterIdLst>
    <p:handoutMasterId r:id="rId12"/>
  </p:handoutMasterIdLst>
  <p:sldIdLst>
    <p:sldId id="306" r:id="rId6"/>
    <p:sldId id="308" r:id="rId7"/>
    <p:sldId id="310" r:id="rId8"/>
    <p:sldId id="309" r:id="rId9"/>
    <p:sldId id="30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EF(GHI" userId="S::v-felizabeth@microsoft.com::ba5aea11-28e4-484d-8e49-c15efb1bd2e9" providerId="AD"/>
  <p188:author id="{9941987A-41B7-49AC-EE6E-03F2D0BD95BA}" name="Daria Naidenov" initials="DN" userId="S::danaidenov@microsoft.com::ab38ab5f-bdf0-4774-ae5a-d2782abb2027" providerId="AD"/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EBBBCC-DAD2-459C-BE2E-F6DE35CF9A2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810"/>
  </p:normalViewPr>
  <p:slideViewPr>
    <p:cSldViewPr snapToGrid="0">
      <p:cViewPr varScale="1">
        <p:scale>
          <a:sx n="75" d="100"/>
          <a:sy n="75" d="100"/>
        </p:scale>
        <p:origin x="43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10/31/2026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268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0202F551-CD9C-6E27-92C3-595934B22837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A703234F-30D0-CB47-612B-1247B3B32162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20E2C7-A47E-F74C-7AE3-3B9E0FAB4AC3}"/>
              </a:ext>
            </a:extLst>
          </p:cNvPr>
          <p:cNvCxnSpPr>
            <a:cxnSpLocks/>
          </p:cNvCxnSpPr>
          <p:nvPr/>
        </p:nvCxnSpPr>
        <p:spPr>
          <a:xfrm>
            <a:off x="7223309" y="800100"/>
            <a:ext cx="0" cy="4953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1123" y="1339060"/>
            <a:ext cx="4974183" cy="262441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9205" y="4312625"/>
            <a:ext cx="4974183" cy="106580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cap="all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4DC1A109-E158-1AD7-E2B7-416EEE08ACC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238313" y="812266"/>
            <a:ext cx="3829736" cy="4928136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noFill/>
          </a:ln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 noProof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noProof="0" dirty="0"/>
              <a:t>  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F7B139E-1A4F-D7CF-7764-58DA6FAFE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538451A-1E74-ABF8-A9BB-311A384BE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58985DD-E6CE-DBCC-61CF-9BBFE330E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02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8A1486C-62DF-0286-F0FA-6D8E6C851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873A82E-EC69-8912-507C-DA9B307DE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29786"/>
            <a:ext cx="10963656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CDC75B5-A903-6188-96C8-F11039960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97D771A-54A9-9D83-6EAA-DDC7151C86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2259B42-FA10-6971-2364-7DC5DFA2D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19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D7E220B-260A-1899-9D05-BB8723A88261}"/>
              </a:ext>
            </a:extLst>
          </p:cNvPr>
          <p:cNvGrpSpPr/>
          <p:nvPr/>
        </p:nvGrpSpPr>
        <p:grpSpPr>
          <a:xfrm>
            <a:off x="6941116" y="366348"/>
            <a:ext cx="4886768" cy="6125303"/>
            <a:chOff x="521210" y="647905"/>
            <a:chExt cx="11365967" cy="5565740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91ECAE7C-A949-93C0-3EB3-0B16C6DAC3B2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6" name="Shape 1">
              <a:extLst>
                <a:ext uri="{FF2B5EF4-FFF2-40B4-BE49-F238E27FC236}">
                  <a16:creationId xmlns:a16="http://schemas.microsoft.com/office/drawing/2014/main" id="{C0165170-3C5A-515F-1EA4-AA3CB178D565}"/>
                </a:ext>
              </a:extLst>
            </p:cNvPr>
            <p:cNvSpPr/>
            <p:nvPr/>
          </p:nvSpPr>
          <p:spPr>
            <a:xfrm>
              <a:off x="521210" y="647905"/>
              <a:ext cx="10911523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77F9E3EB-FD43-A59C-A54A-F11FA925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8896" y="1129554"/>
            <a:ext cx="4219626" cy="347523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6AC0B9A-E217-462C-714E-6E5BE5799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5" y="4731335"/>
            <a:ext cx="4219626" cy="11845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600" cap="all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dirty="0"/>
              <a:t> 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16905E-92F3-BA17-041B-A2D4BCBF5BB2}"/>
              </a:ext>
            </a:extLst>
          </p:cNvPr>
          <p:cNvCxnSpPr>
            <a:cxnSpLocks/>
          </p:cNvCxnSpPr>
          <p:nvPr userDrawn="1"/>
        </p:nvCxnSpPr>
        <p:spPr>
          <a:xfrm>
            <a:off x="6592577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780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7F24906-AE7E-6354-BEF6-653E4278B8E2}"/>
              </a:ext>
            </a:extLst>
          </p:cNvPr>
          <p:cNvGrpSpPr/>
          <p:nvPr/>
        </p:nvGrpSpPr>
        <p:grpSpPr>
          <a:xfrm>
            <a:off x="365760" y="366348"/>
            <a:ext cx="4886768" cy="6125303"/>
            <a:chOff x="521210" y="647905"/>
            <a:chExt cx="11365967" cy="5565740"/>
          </a:xfrm>
        </p:grpSpPr>
        <p:sp>
          <p:nvSpPr>
            <p:cNvPr id="8" name="Shape 2">
              <a:extLst>
                <a:ext uri="{FF2B5EF4-FFF2-40B4-BE49-F238E27FC236}">
                  <a16:creationId xmlns:a16="http://schemas.microsoft.com/office/drawing/2014/main" id="{97863BD0-3668-62B2-C6F4-BD77D371C352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9" name="Shape 1">
              <a:extLst>
                <a:ext uri="{FF2B5EF4-FFF2-40B4-BE49-F238E27FC236}">
                  <a16:creationId xmlns:a16="http://schemas.microsoft.com/office/drawing/2014/main" id="{A731F6E5-8C9E-C424-E6F3-6E6FC4DD5464}"/>
                </a:ext>
              </a:extLst>
            </p:cNvPr>
            <p:cNvSpPr/>
            <p:nvPr/>
          </p:nvSpPr>
          <p:spPr>
            <a:xfrm>
              <a:off x="521210" y="647905"/>
              <a:ext cx="10911523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1FE1C070-AE3A-DBC9-E7FC-B233E403A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541" y="603503"/>
            <a:ext cx="4235820" cy="3739895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F9F140D-1A01-09CE-B008-51350362B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541" y="4661255"/>
            <a:ext cx="423582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800" cap="all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13962" y="0"/>
            <a:ext cx="6578038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dirty="0"/>
              <a:t> 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33280CB-6F3A-4AAC-F373-F6910037E871}"/>
              </a:ext>
            </a:extLst>
          </p:cNvPr>
          <p:cNvCxnSpPr>
            <a:cxnSpLocks/>
          </p:cNvCxnSpPr>
          <p:nvPr/>
        </p:nvCxnSpPr>
        <p:spPr>
          <a:xfrm>
            <a:off x="5594712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1389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0202F551-CD9C-6E27-92C3-595934B22837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A703234F-30D0-CB47-612B-1247B3B32162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20E2C7-A47E-F74C-7AE3-3B9E0FAB4AC3}"/>
              </a:ext>
            </a:extLst>
          </p:cNvPr>
          <p:cNvCxnSpPr>
            <a:cxnSpLocks/>
          </p:cNvCxnSpPr>
          <p:nvPr/>
        </p:nvCxnSpPr>
        <p:spPr>
          <a:xfrm>
            <a:off x="8790317" y="800100"/>
            <a:ext cx="0" cy="4953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1123" y="1339060"/>
            <a:ext cx="6699667" cy="22078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9205" y="3786997"/>
            <a:ext cx="6699665" cy="159143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600" cap="all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4DC1A109-E158-1AD7-E2B7-416EEE08ACC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807569" y="812266"/>
            <a:ext cx="2260479" cy="4928136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noFill/>
          </a:ln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 noProof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noProof="0" dirty="0"/>
              <a:t>  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F7B139E-1A4F-D7CF-7764-58DA6FAFE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538451A-1E74-ABF8-A9BB-311A384BE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58985DD-E6CE-DBCC-61CF-9BBFE330E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603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B67FC65-5AAF-6A23-5752-1C26B207DC72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043EAAF4-DE2D-970B-4D15-6D36EEAC1744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6" name="Shape 1">
              <a:extLst>
                <a:ext uri="{FF2B5EF4-FFF2-40B4-BE49-F238E27FC236}">
                  <a16:creationId xmlns:a16="http://schemas.microsoft.com/office/drawing/2014/main" id="{496DF73D-E4E2-469F-D426-591823D792A6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8923" y="874374"/>
            <a:ext cx="9634154" cy="2821728"/>
          </a:xfrm>
        </p:spPr>
        <p:txBody>
          <a:bodyPr anchor="b">
            <a:normAutofit/>
          </a:bodyPr>
          <a:lstStyle>
            <a:lvl1pPr algn="ctr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2480" y="4077583"/>
            <a:ext cx="8167040" cy="1717042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597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E55F6A4-0EE0-72F7-43D5-EB21317D9598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C4D77848-8CF0-5322-623B-CDF1FE03362C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4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6" name="Shape1">
              <a:extLst>
                <a:ext uri="{FF2B5EF4-FFF2-40B4-BE49-F238E27FC236}">
                  <a16:creationId xmlns:a16="http://schemas.microsoft.com/office/drawing/2014/main" id="{677E7171-85EC-575A-EE36-F9950B227D94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4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8" name="Title 7">
            <a:extLst>
              <a:ext uri="{FF2B5EF4-FFF2-40B4-BE49-F238E27FC236}">
                <a16:creationId xmlns:a16="http://schemas.microsoft.com/office/drawing/2014/main" id="{BAC83CEA-8EC3-98F1-0078-550B9B56B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845" y="935204"/>
            <a:ext cx="10036005" cy="3592628"/>
          </a:xfr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2BA4ADB-DF4D-29DD-5069-E1950A2F66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4845" y="4698103"/>
            <a:ext cx="10036005" cy="1014984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800" cap="all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175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965F8DDB-78C2-9A91-D69C-2BE7D0DC5F3C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F2CE1086-051B-D73D-67CF-8E86D2965B5E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6900" y="1208585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7623" y="3929930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3322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>
            <a:extLst>
              <a:ext uri="{FF2B5EF4-FFF2-40B4-BE49-F238E27FC236}">
                <a16:creationId xmlns:a16="http://schemas.microsoft.com/office/drawing/2014/main" id="{309359E1-DCAB-6CB5-49DB-E3E715B038D7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D92930F3-3A63-5E7D-B558-798DFD2A08F5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tx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2013" y="1282325"/>
            <a:ext cx="8893834" cy="398855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9B0FCAC-1DD5-03B7-6568-464B93F97E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10DA06E-F976-C917-8034-10D5651419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B2B0EFD-25F7-7463-7D6B-AD6B0A8B0F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42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>
            <a:extLst>
              <a:ext uri="{FF2B5EF4-FFF2-40B4-BE49-F238E27FC236}">
                <a16:creationId xmlns:a16="http://schemas.microsoft.com/office/drawing/2014/main" id="{8B3FAB4B-5BE6-36A5-AC57-A8A4DE80EDF0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55D774B-5A74-ECBA-B23F-FDB73925D455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31" y="1525905"/>
            <a:ext cx="8838202" cy="846396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80332" y="2650524"/>
            <a:ext cx="8838202" cy="2386352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27C2936-23FD-A202-FEC8-A04EC6038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74C11B4-B6D5-47F5-335E-A913C2501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40C422B-2C69-102F-F573-37A60C6CA3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14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CA9E58B-E51C-E405-905F-70ADA8DA9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0202F551-CD9C-6E27-92C3-595934B22837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A703234F-30D0-CB47-612B-1247B3B32162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20E2C7-A47E-F74C-7AE3-3B9E0FAB4AC3}"/>
              </a:ext>
            </a:extLst>
          </p:cNvPr>
          <p:cNvCxnSpPr>
            <a:cxnSpLocks/>
          </p:cNvCxnSpPr>
          <p:nvPr/>
        </p:nvCxnSpPr>
        <p:spPr>
          <a:xfrm>
            <a:off x="5981630" y="787402"/>
            <a:ext cx="0" cy="4953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63974" y="1339060"/>
            <a:ext cx="3927674" cy="79454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62056" y="2430700"/>
            <a:ext cx="3927674" cy="294773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4DC1A109-E158-1AD7-E2B7-416EEE08ACC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72663" y="812266"/>
            <a:ext cx="5096260" cy="4928136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noFill/>
          </a:ln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 noProof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noProof="0" dirty="0"/>
              <a:t>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01417BD-FFDA-56B8-4551-B115E221D4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8EBB8A5-D4C6-548F-819A-FE7750FBF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71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7744A8A6-B09A-3C25-2DA9-92129860EDBD}"/>
              </a:ext>
            </a:extLst>
          </p:cNvPr>
          <p:cNvGrpSpPr/>
          <p:nvPr/>
        </p:nvGrpSpPr>
        <p:grpSpPr>
          <a:xfrm>
            <a:off x="858371" y="1538141"/>
            <a:ext cx="5594950" cy="3781718"/>
            <a:chOff x="521208" y="647905"/>
            <a:chExt cx="11365969" cy="5565740"/>
          </a:xfrm>
        </p:grpSpPr>
        <p:sp>
          <p:nvSpPr>
            <p:cNvPr id="36" name="Shape">
              <a:extLst>
                <a:ext uri="{FF2B5EF4-FFF2-40B4-BE49-F238E27FC236}">
                  <a16:creationId xmlns:a16="http://schemas.microsoft.com/office/drawing/2014/main" id="{18600D5A-4CF6-D9F9-1A3A-5136CC2CE45D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7" name="Shape">
              <a:extLst>
                <a:ext uri="{FF2B5EF4-FFF2-40B4-BE49-F238E27FC236}">
                  <a16:creationId xmlns:a16="http://schemas.microsoft.com/office/drawing/2014/main" id="{69249D5A-EA70-0210-8234-7481C00A91D0}"/>
                </a:ext>
              </a:extLst>
            </p:cNvPr>
            <p:cNvSpPr/>
            <p:nvPr/>
          </p:nvSpPr>
          <p:spPr>
            <a:xfrm>
              <a:off x="521208" y="647905"/>
              <a:ext cx="11047664" cy="5370983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9F42DEFD-DF95-ABA5-F5E7-97EE2BC3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332" y="2009984"/>
            <a:ext cx="4515599" cy="269202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28878" y="2129872"/>
            <a:ext cx="4304752" cy="2454797"/>
          </a:xfrm>
        </p:spPr>
        <p:txBody>
          <a:bodyPr anchor="ctr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1BCE18F-7F76-B015-517A-B218F96C3D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4B1BEB0-0A50-8032-92AF-CE95330EA0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5677150-7CBF-C5C3-D369-2021EB4B3F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35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E7B2878-E57A-BF28-CA0B-25C595B6B23B}"/>
              </a:ext>
            </a:extLst>
          </p:cNvPr>
          <p:cNvGrpSpPr/>
          <p:nvPr/>
        </p:nvGrpSpPr>
        <p:grpSpPr>
          <a:xfrm>
            <a:off x="858371" y="971570"/>
            <a:ext cx="4956175" cy="4914861"/>
            <a:chOff x="521208" y="647905"/>
            <a:chExt cx="11365969" cy="5565740"/>
          </a:xfrm>
        </p:grpSpPr>
        <p:sp>
          <p:nvSpPr>
            <p:cNvPr id="7" name="Shape">
              <a:extLst>
                <a:ext uri="{FF2B5EF4-FFF2-40B4-BE49-F238E27FC236}">
                  <a16:creationId xmlns:a16="http://schemas.microsoft.com/office/drawing/2014/main" id="{F08FFA22-A55A-8523-9665-963EF8BF5CEE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9" name="Shape">
              <a:extLst>
                <a:ext uri="{FF2B5EF4-FFF2-40B4-BE49-F238E27FC236}">
                  <a16:creationId xmlns:a16="http://schemas.microsoft.com/office/drawing/2014/main" id="{249E8B92-9DA1-2B88-C923-D1B15EB00E1E}"/>
                </a:ext>
              </a:extLst>
            </p:cNvPr>
            <p:cNvSpPr/>
            <p:nvPr/>
          </p:nvSpPr>
          <p:spPr>
            <a:xfrm>
              <a:off x="521208" y="647905"/>
              <a:ext cx="11047664" cy="5370983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11" name="Title 10">
            <a:extLst>
              <a:ext uri="{FF2B5EF4-FFF2-40B4-BE49-F238E27FC236}">
                <a16:creationId xmlns:a16="http://schemas.microsoft.com/office/drawing/2014/main" id="{B7E33A4B-2075-9CF4-BC69-F5E43B10A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592" y="1478826"/>
            <a:ext cx="3846237" cy="3744148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23177" y="1727014"/>
            <a:ext cx="4956175" cy="346121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96A57-F4BE-9BFE-192B-8B6BE3EB5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2D03E-A50A-19D0-5987-28EA74509B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9D5AA-125E-CB20-B949-8633A826D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71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741D8BB-05AF-A317-C2B4-DC1CB87B9246}"/>
              </a:ext>
            </a:extLst>
          </p:cNvPr>
          <p:cNvGrpSpPr/>
          <p:nvPr/>
        </p:nvGrpSpPr>
        <p:grpSpPr>
          <a:xfrm>
            <a:off x="858371" y="971570"/>
            <a:ext cx="4708425" cy="4914861"/>
            <a:chOff x="521208" y="647905"/>
            <a:chExt cx="10797805" cy="5565740"/>
          </a:xfrm>
        </p:grpSpPr>
        <p:sp>
          <p:nvSpPr>
            <p:cNvPr id="7" name="Shape">
              <a:extLst>
                <a:ext uri="{FF2B5EF4-FFF2-40B4-BE49-F238E27FC236}">
                  <a16:creationId xmlns:a16="http://schemas.microsoft.com/office/drawing/2014/main" id="{D76689D7-5D3E-ECBB-6775-7B400A96F3D7}"/>
                </a:ext>
              </a:extLst>
            </p:cNvPr>
            <p:cNvSpPr/>
            <p:nvPr/>
          </p:nvSpPr>
          <p:spPr>
            <a:xfrm>
              <a:off x="725405" y="1009217"/>
              <a:ext cx="10593608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9" name="Shape">
              <a:extLst>
                <a:ext uri="{FF2B5EF4-FFF2-40B4-BE49-F238E27FC236}">
                  <a16:creationId xmlns:a16="http://schemas.microsoft.com/office/drawing/2014/main" id="{93638B9C-5DAA-F32E-C1B3-8B5DF702E8BE}"/>
                </a:ext>
              </a:extLst>
            </p:cNvPr>
            <p:cNvSpPr/>
            <p:nvPr/>
          </p:nvSpPr>
          <p:spPr>
            <a:xfrm>
              <a:off x="521208" y="647905"/>
              <a:ext cx="10441168" cy="5370983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11" name="Title 10">
            <a:extLst>
              <a:ext uri="{FF2B5EF4-FFF2-40B4-BE49-F238E27FC236}">
                <a16:creationId xmlns:a16="http://schemas.microsoft.com/office/drawing/2014/main" id="{84027933-14DD-AC05-2EC9-CE1166FE7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593" y="1478826"/>
            <a:ext cx="3647180" cy="3744148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79486" y="971569"/>
            <a:ext cx="5199866" cy="491486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4A6CC-4DAE-D6DF-005D-9A746EA341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D53F9-F5D7-A57F-631C-1011FA2D28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67895-A265-B576-2779-D9431696A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582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">
            <a:extLst>
              <a:ext uri="{FF2B5EF4-FFF2-40B4-BE49-F238E27FC236}">
                <a16:creationId xmlns:a16="http://schemas.microsoft.com/office/drawing/2014/main" id="{38F88781-30C8-3349-475F-145EFAD547E5}"/>
              </a:ext>
            </a:extLst>
          </p:cNvPr>
          <p:cNvSpPr/>
          <p:nvPr/>
        </p:nvSpPr>
        <p:spPr>
          <a:xfrm>
            <a:off x="924451" y="1290629"/>
            <a:ext cx="3469803" cy="459580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Shape">
            <a:extLst>
              <a:ext uri="{FF2B5EF4-FFF2-40B4-BE49-F238E27FC236}">
                <a16:creationId xmlns:a16="http://schemas.microsoft.com/office/drawing/2014/main" id="{5C0C482B-4AFD-2FA3-38E4-917E66DA8BB7}"/>
              </a:ext>
            </a:extLst>
          </p:cNvPr>
          <p:cNvSpPr/>
          <p:nvPr/>
        </p:nvSpPr>
        <p:spPr>
          <a:xfrm>
            <a:off x="858371" y="971570"/>
            <a:ext cx="3378902" cy="474288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0CC4C23-E507-7EE9-B6A1-7AC512473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332" y="1388700"/>
            <a:ext cx="2480605" cy="390862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06945" y="796935"/>
            <a:ext cx="6369358" cy="5264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46573-B9BF-5258-A368-AE00F48459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80948-8FBA-8AE9-029C-B469581BC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1F34A-A62C-BC8F-113D-3A7AD96EFF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339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">
            <a:extLst>
              <a:ext uri="{FF2B5EF4-FFF2-40B4-BE49-F238E27FC236}">
                <a16:creationId xmlns:a16="http://schemas.microsoft.com/office/drawing/2014/main" id="{518C51F0-983B-E75D-43D9-AB5A1692E483}"/>
              </a:ext>
            </a:extLst>
          </p:cNvPr>
          <p:cNvSpPr/>
          <p:nvPr/>
        </p:nvSpPr>
        <p:spPr>
          <a:xfrm>
            <a:off x="678727" y="1027243"/>
            <a:ext cx="3469803" cy="2960557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4F13FE91-399F-901F-6CF0-0447176EA2EF}"/>
              </a:ext>
            </a:extLst>
          </p:cNvPr>
          <p:cNvSpPr/>
          <p:nvPr/>
        </p:nvSpPr>
        <p:spPr>
          <a:xfrm>
            <a:off x="612647" y="708184"/>
            <a:ext cx="3378902" cy="3101816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30AF312-BB7E-63CF-42C0-3AAF17BB4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609" y="1170994"/>
            <a:ext cx="2474546" cy="219204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13300" y="708184"/>
            <a:ext cx="67630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5D260-6D49-B6E6-0AF7-CB139EC2E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449F8-8E08-2E2D-E1DC-B35D55FA98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85ACA-FF2D-E071-ABB4-8D1CBF292D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408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514175"/>
            <a:ext cx="6426389" cy="1315029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1894081-07CB-999F-D411-9154D25C9500}"/>
              </a:ext>
            </a:extLst>
          </p:cNvPr>
          <p:cNvCxnSpPr>
            <a:cxnSpLocks/>
          </p:cNvCxnSpPr>
          <p:nvPr/>
        </p:nvCxnSpPr>
        <p:spPr>
          <a:xfrm>
            <a:off x="4571087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6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3319"/>
            <a:ext cx="6339541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975104"/>
            <a:ext cx="6339414" cy="422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4831" y="0"/>
            <a:ext cx="4567169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316B204-7C08-FBD9-C195-7CBD8936FB7B}"/>
              </a:ext>
            </a:extLst>
          </p:cNvPr>
          <p:cNvCxnSpPr>
            <a:cxnSpLocks/>
          </p:cNvCxnSpPr>
          <p:nvPr/>
        </p:nvCxnSpPr>
        <p:spPr>
          <a:xfrm>
            <a:off x="7614198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0912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555536"/>
            <a:ext cx="6950232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AE22ED6-A6FC-6BAB-A8E5-6EFB749B5EC5}"/>
              </a:ext>
            </a:extLst>
          </p:cNvPr>
          <p:cNvCxnSpPr>
            <a:cxnSpLocks/>
          </p:cNvCxnSpPr>
          <p:nvPr/>
        </p:nvCxnSpPr>
        <p:spPr>
          <a:xfrm>
            <a:off x="4033993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1947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2478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1A678A9-441B-21DA-8AA8-66BD33D80407}"/>
              </a:ext>
            </a:extLst>
          </p:cNvPr>
          <p:cNvCxnSpPr>
            <a:cxnSpLocks/>
          </p:cNvCxnSpPr>
          <p:nvPr/>
        </p:nvCxnSpPr>
        <p:spPr>
          <a:xfrm>
            <a:off x="8082107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2843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499533"/>
            <a:ext cx="4477512" cy="132893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9" y="1975104"/>
            <a:ext cx="4477512" cy="42825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04889" y="6343955"/>
            <a:ext cx="210509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4EE92A-D40E-A2FF-476E-83554812296F}"/>
              </a:ext>
            </a:extLst>
          </p:cNvPr>
          <p:cNvCxnSpPr>
            <a:cxnSpLocks/>
          </p:cNvCxnSpPr>
          <p:nvPr/>
        </p:nvCxnSpPr>
        <p:spPr>
          <a:xfrm>
            <a:off x="6502874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3D94575-E64C-2C45-ED82-56D9EFD2AB39}"/>
              </a:ext>
            </a:extLst>
          </p:cNvPr>
          <p:cNvCxnSpPr>
            <a:cxnSpLocks/>
          </p:cNvCxnSpPr>
          <p:nvPr userDrawn="1"/>
        </p:nvCxnSpPr>
        <p:spPr>
          <a:xfrm>
            <a:off x="6502874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9112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38716"/>
            <a:ext cx="4494189" cy="128816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FAD69B9-5A14-83A8-41F7-86017A14E034}"/>
              </a:ext>
            </a:extLst>
          </p:cNvPr>
          <p:cNvCxnSpPr>
            <a:cxnSpLocks/>
          </p:cNvCxnSpPr>
          <p:nvPr/>
        </p:nvCxnSpPr>
        <p:spPr>
          <a:xfrm>
            <a:off x="5648295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24A26F-E6FC-DE28-35E6-D03BF996DC47}"/>
              </a:ext>
            </a:extLst>
          </p:cNvPr>
          <p:cNvCxnSpPr>
            <a:cxnSpLocks/>
          </p:cNvCxnSpPr>
          <p:nvPr userDrawn="1"/>
        </p:nvCxnSpPr>
        <p:spPr>
          <a:xfrm>
            <a:off x="5648295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5434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00039"/>
            <a:ext cx="3363514" cy="166722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315569"/>
            <a:ext cx="3363513" cy="38546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3C7E6A-ACFC-5D7E-62EC-7EDD357DED5D}"/>
              </a:ext>
            </a:extLst>
          </p:cNvPr>
          <p:cNvCxnSpPr>
            <a:cxnSpLocks/>
          </p:cNvCxnSpPr>
          <p:nvPr/>
        </p:nvCxnSpPr>
        <p:spPr>
          <a:xfrm>
            <a:off x="7600186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1384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500039"/>
            <a:ext cx="3363514" cy="166722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4" y="2315569"/>
            <a:ext cx="3363513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2A89F80-5D6A-4ABF-AB9F-E9B855484CF2}"/>
              </a:ext>
            </a:extLst>
          </p:cNvPr>
          <p:cNvCxnSpPr>
            <a:cxnSpLocks/>
          </p:cNvCxnSpPr>
          <p:nvPr/>
        </p:nvCxnSpPr>
        <p:spPr>
          <a:xfrm>
            <a:off x="4597223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4265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90511"/>
            <a:ext cx="2699254" cy="185894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6861E3-1150-D516-3BEE-655B15B4B936}"/>
              </a:ext>
            </a:extLst>
          </p:cNvPr>
          <p:cNvCxnSpPr>
            <a:cxnSpLocks/>
          </p:cNvCxnSpPr>
          <p:nvPr/>
        </p:nvCxnSpPr>
        <p:spPr>
          <a:xfrm>
            <a:off x="8340807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2010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990511"/>
            <a:ext cx="2699254" cy="185894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06165" y="6343955"/>
            <a:ext cx="159757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03743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65677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4B94044-CD6D-BA64-4DAF-CF4588CD625D}"/>
              </a:ext>
            </a:extLst>
          </p:cNvPr>
          <p:cNvCxnSpPr>
            <a:cxnSpLocks/>
          </p:cNvCxnSpPr>
          <p:nvPr/>
        </p:nvCxnSpPr>
        <p:spPr>
          <a:xfrm>
            <a:off x="3855044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1462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457610"/>
            <a:ext cx="4019522" cy="161792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142231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10" y="4457611"/>
            <a:ext cx="6426391" cy="161792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620E07E-3D6A-C86E-678B-DE98A157F07A}"/>
              </a:ext>
            </a:extLst>
          </p:cNvPr>
          <p:cNvCxnSpPr>
            <a:cxnSpLocks/>
          </p:cNvCxnSpPr>
          <p:nvPr/>
        </p:nvCxnSpPr>
        <p:spPr>
          <a:xfrm>
            <a:off x="0" y="4142231"/>
            <a:ext cx="1219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8AF9810-922B-05C3-1FAC-78185AB607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AD7B9-A665-0D5C-1732-A369FD093C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7B8D0A-511A-808A-9972-2B279CED5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62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0757"/>
            <a:ext cx="3044954" cy="2245126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3880757"/>
            <a:ext cx="7460029" cy="244384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8B5EBB-F005-1B2B-24BF-B4DBB49FF96A}"/>
              </a:ext>
            </a:extLst>
          </p:cNvPr>
          <p:cNvCxnSpPr>
            <a:cxnSpLocks/>
          </p:cNvCxnSpPr>
          <p:nvPr/>
        </p:nvCxnSpPr>
        <p:spPr>
          <a:xfrm>
            <a:off x="0" y="3453964"/>
            <a:ext cx="1219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EE91E5E-1D54-4277-467D-BF89B7943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7E62A-1224-89D2-C4D8-65D8B0271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B0821DC-7B6A-0BDA-7ED9-271E04FA2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141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07477"/>
            <a:ext cx="3021873" cy="177354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707476"/>
            <a:ext cx="7460029" cy="233045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3135210"/>
            <a:ext cx="279102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3135210"/>
            <a:ext cx="155937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3135210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636524"/>
            <a:ext cx="12192000" cy="3221477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6FCCB7-3844-DE9F-A18B-F5FFF900264C}"/>
              </a:ext>
            </a:extLst>
          </p:cNvPr>
          <p:cNvCxnSpPr>
            <a:cxnSpLocks/>
          </p:cNvCxnSpPr>
          <p:nvPr/>
        </p:nvCxnSpPr>
        <p:spPr>
          <a:xfrm>
            <a:off x="-1" y="3625891"/>
            <a:ext cx="1219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29701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838424"/>
            <a:ext cx="4485564" cy="44881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055525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232969" y="6343955"/>
            <a:ext cx="144969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682667" y="6343955"/>
            <a:ext cx="443060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7D2E59BA-BC78-5994-0E85-6CEE8FE1A2C7}"/>
              </a:ext>
            </a:extLst>
          </p:cNvPr>
          <p:cNvSpPr/>
          <p:nvPr/>
        </p:nvSpPr>
        <p:spPr>
          <a:xfrm>
            <a:off x="5774454" y="2174531"/>
            <a:ext cx="5804899" cy="4152068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7C8527F9-0AAC-2962-54C9-733B06E8643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644314" y="1838424"/>
            <a:ext cx="5715205" cy="4292324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6434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50FC415C-6548-7A71-9590-9F59EEF87C10}"/>
              </a:ext>
            </a:extLst>
          </p:cNvPr>
          <p:cNvSpPr/>
          <p:nvPr/>
        </p:nvSpPr>
        <p:spPr>
          <a:xfrm>
            <a:off x="5440228" y="2239339"/>
            <a:ext cx="6139125" cy="3880753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113357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013ECA8-A109-DA0B-779F-91413FC019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315252" y="1912398"/>
            <a:ext cx="6044267" cy="4011844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87E7E84-44E5-0E60-3EE3-8737B2A18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8E621FE-7CC2-0C35-A07D-B3FC44FD4C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00CB403-B088-E56C-7827-A20ABF576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61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2677956A-C88F-78CB-7428-13BB3FEF3483}"/>
              </a:ext>
            </a:extLst>
          </p:cNvPr>
          <p:cNvSpPr/>
          <p:nvPr/>
        </p:nvSpPr>
        <p:spPr>
          <a:xfrm>
            <a:off x="739739" y="1970410"/>
            <a:ext cx="5804899" cy="434956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7784"/>
            <a:ext cx="1096975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186B2304-4EA6-E2B5-F4F8-D1686841F0A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599" y="1627632"/>
            <a:ext cx="5715205" cy="4496489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3255" y="1627632"/>
            <a:ext cx="4479145" cy="46923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103254" y="6343955"/>
            <a:ext cx="214411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98655" y="6343955"/>
            <a:ext cx="144969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25200" y="6343955"/>
            <a:ext cx="443060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1624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D5D7C530-B577-9E02-8A60-5EDBB72006B5}"/>
              </a:ext>
            </a:extLst>
          </p:cNvPr>
          <p:cNvSpPr/>
          <p:nvPr/>
        </p:nvSpPr>
        <p:spPr>
          <a:xfrm>
            <a:off x="675680" y="2516628"/>
            <a:ext cx="4609551" cy="3620904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4F75EDFE-D268-4D74-752B-6DB079CF1C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599" y="2173850"/>
            <a:ext cx="4488792" cy="3793671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B72A591-427A-90CA-36AE-C150001B3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FBD4796-905C-132A-092E-22E9AF1B0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FED0402-467D-E037-9829-BCC7DE3B8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508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6E70FB67-0F80-BE17-D86B-F8A00D36D16F}"/>
              </a:ext>
            </a:extLst>
          </p:cNvPr>
          <p:cNvSpPr/>
          <p:nvPr/>
        </p:nvSpPr>
        <p:spPr>
          <a:xfrm>
            <a:off x="792041" y="2637923"/>
            <a:ext cx="3529341" cy="3508440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709098"/>
            <a:ext cx="3696859" cy="131634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5960" y="2295145"/>
            <a:ext cx="3436881" cy="3675841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3150" y="709098"/>
            <a:ext cx="6644488" cy="5439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2135E48-6254-45C6-7DDB-66AFB41506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60DF9-E1C4-5761-5FC3-5D2AEF1537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BEF33CE-9AB9-2977-453D-017FBD423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175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180E54B-9B48-0C0F-0610-C04073FB653D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13" name="Shape">
              <a:extLst>
                <a:ext uri="{FF2B5EF4-FFF2-40B4-BE49-F238E27FC236}">
                  <a16:creationId xmlns:a16="http://schemas.microsoft.com/office/drawing/2014/main" id="{6C86CAED-F5F2-5E4A-1988-46AA4868C1FA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3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4" name="Shape">
              <a:extLst>
                <a:ext uri="{FF2B5EF4-FFF2-40B4-BE49-F238E27FC236}">
                  <a16:creationId xmlns:a16="http://schemas.microsoft.com/office/drawing/2014/main" id="{62AE8BDC-EA76-AF91-E344-4442668F1ED3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5" name="Title 9">
            <a:extLst>
              <a:ext uri="{FF2B5EF4-FFF2-40B4-BE49-F238E27FC236}">
                <a16:creationId xmlns:a16="http://schemas.microsoft.com/office/drawing/2014/main" id="{213AB558-35C1-4A44-D31A-525DE98E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646" y="4411825"/>
            <a:ext cx="8385556" cy="1500447"/>
          </a:xfrm>
        </p:spPr>
        <p:txBody>
          <a:bodyPr>
            <a:normAutofit/>
          </a:bodyPr>
          <a:lstStyle>
            <a:lvl1pPr algn="ctr">
              <a:lnSpc>
                <a:spcPct val="120000"/>
              </a:lnSpc>
              <a:spcBef>
                <a:spcPts val="1000"/>
              </a:spcBef>
              <a:defRPr sz="2400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A5A92EC-E3FB-31E9-61F0-EE7ECD707D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08096" y="731564"/>
            <a:ext cx="10582656" cy="3680261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320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772E3F0-624C-9464-9338-4D71D7C124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DC64F13-B276-91F5-3FAF-69DAEAF48A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A266EE2-59A7-B270-100C-C647392CA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6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180E54B-9B48-0C0F-0610-C04073FB653D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13" name="Shape">
              <a:extLst>
                <a:ext uri="{FF2B5EF4-FFF2-40B4-BE49-F238E27FC236}">
                  <a16:creationId xmlns:a16="http://schemas.microsoft.com/office/drawing/2014/main" id="{6C86CAED-F5F2-5E4A-1988-46AA4868C1FA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tx2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4" name="Shape">
              <a:extLst>
                <a:ext uri="{FF2B5EF4-FFF2-40B4-BE49-F238E27FC236}">
                  <a16:creationId xmlns:a16="http://schemas.microsoft.com/office/drawing/2014/main" id="{62AE8BDC-EA76-AF91-E344-4442668F1ED3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10" name="Title 9">
            <a:extLst>
              <a:ext uri="{FF2B5EF4-FFF2-40B4-BE49-F238E27FC236}">
                <a16:creationId xmlns:a16="http://schemas.microsoft.com/office/drawing/2014/main" id="{CFF24796-27C6-1A14-59BA-1D20CAD01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666" y="4411825"/>
            <a:ext cx="8385556" cy="1500447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1000"/>
              </a:spcBef>
              <a:defRPr sz="2400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E7A66-804B-6952-8FF1-16C74E3D536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42666" y="731564"/>
            <a:ext cx="9918700" cy="3680261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320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8B0C2F5-833E-589B-382A-13B46D9A4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B498214-05A5-D7BC-183C-F46B38033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1D5C440-7C25-FCBF-0AFD-9A43D18655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975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180E54B-9B48-0C0F-0610-C04073FB653D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13" name="Shape">
              <a:extLst>
                <a:ext uri="{FF2B5EF4-FFF2-40B4-BE49-F238E27FC236}">
                  <a16:creationId xmlns:a16="http://schemas.microsoft.com/office/drawing/2014/main" id="{6C86CAED-F5F2-5E4A-1988-46AA4868C1FA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2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4" name="Shape">
              <a:extLst>
                <a:ext uri="{FF2B5EF4-FFF2-40B4-BE49-F238E27FC236}">
                  <a16:creationId xmlns:a16="http://schemas.microsoft.com/office/drawing/2014/main" id="{62AE8BDC-EA76-AF91-E344-4442668F1ED3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6" name="Title 9">
            <a:extLst>
              <a:ext uri="{FF2B5EF4-FFF2-40B4-BE49-F238E27FC236}">
                <a16:creationId xmlns:a16="http://schemas.microsoft.com/office/drawing/2014/main" id="{966F0FDE-BE83-A597-B207-9E1836880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646" y="4411825"/>
            <a:ext cx="8385556" cy="1500447"/>
          </a:xfrm>
        </p:spPr>
        <p:txBody>
          <a:bodyPr>
            <a:normAutofit/>
          </a:bodyPr>
          <a:lstStyle>
            <a:lvl1pPr algn="ctr">
              <a:lnSpc>
                <a:spcPct val="120000"/>
              </a:lnSpc>
              <a:spcBef>
                <a:spcPts val="1000"/>
              </a:spcBef>
              <a:defRPr sz="2400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AECA9D19-419F-EF79-9149-F59A94F89DF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08096" y="731564"/>
            <a:ext cx="10582656" cy="3680261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320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573A4C0-0776-77C6-66AA-8AB5D53B5E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2B00FB5-92F5-2777-E446-7B3B689332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F52380C-3432-CA29-4761-532477B72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1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>
            <a:extLst>
              <a:ext uri="{FF2B5EF4-FFF2-40B4-BE49-F238E27FC236}">
                <a16:creationId xmlns:a16="http://schemas.microsoft.com/office/drawing/2014/main" id="{A53F8570-6B05-5072-2FE4-39B21A8F9EA3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8F171EE-5BF3-25A4-19B0-5E5E7959125A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19927" y="1322671"/>
            <a:ext cx="9298005" cy="3907858"/>
          </a:xfr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6000" b="1" cap="all" baseline="0"/>
            </a:lvl1pPr>
            <a:lvl2pPr marL="228600" indent="0" algn="ctr">
              <a:lnSpc>
                <a:spcPct val="90000"/>
              </a:lnSpc>
              <a:buNone/>
              <a:defRPr sz="5400" b="1"/>
            </a:lvl2pPr>
            <a:lvl3pPr marL="457200" indent="0" algn="ctr">
              <a:lnSpc>
                <a:spcPct val="90000"/>
              </a:lnSpc>
              <a:buNone/>
              <a:defRPr sz="4800" b="1"/>
            </a:lvl3pPr>
            <a:lvl4pPr marL="685800" indent="0" algn="ctr">
              <a:lnSpc>
                <a:spcPct val="90000"/>
              </a:lnSpc>
              <a:buNone/>
              <a:defRPr sz="4400" b="1"/>
            </a:lvl4pPr>
            <a:lvl5pPr marL="914400" indent="0" algn="ctr">
              <a:lnSpc>
                <a:spcPct val="90000"/>
              </a:lnSpc>
              <a:buNone/>
              <a:defRPr sz="4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CE3EBB0-2A3C-612E-DC6C-0AE876654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5E6F7F-E895-1277-02D6-F925FA6D27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9676103-43BF-3489-0BCB-B1D89DE77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569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>
            <a:extLst>
              <a:ext uri="{FF2B5EF4-FFF2-40B4-BE49-F238E27FC236}">
                <a16:creationId xmlns:a16="http://schemas.microsoft.com/office/drawing/2014/main" id="{67509756-1709-4FB3-87C9-65E52F8A642D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F72170A-AA7E-9DE2-6ECB-19945A37EAD7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C9F461-9F58-7EDE-FFF1-E8FCAD2E23A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319927" y="1322104"/>
            <a:ext cx="9297987" cy="3908425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buNone/>
              <a:defRPr sz="6000" b="1" cap="all" baseline="0"/>
            </a:lvl1pPr>
            <a:lvl2pPr marL="228600" indent="0">
              <a:lnSpc>
                <a:spcPct val="90000"/>
              </a:lnSpc>
              <a:buNone/>
              <a:defRPr sz="5400"/>
            </a:lvl2pPr>
            <a:lvl3pPr marL="457200" indent="0">
              <a:lnSpc>
                <a:spcPct val="90000"/>
              </a:lnSpc>
              <a:buNone/>
              <a:defRPr sz="4800"/>
            </a:lvl3pPr>
            <a:lvl4pPr marL="685800" indent="0">
              <a:lnSpc>
                <a:spcPct val="90000"/>
              </a:lnSpc>
              <a:buNone/>
              <a:defRPr sz="4400"/>
            </a:lvl4pPr>
            <a:lvl5pPr marL="914400" indent="0">
              <a:lnSpc>
                <a:spcPct val="90000"/>
              </a:lnSpc>
              <a:buNone/>
              <a:defRPr sz="40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368E2D6-4C18-38E3-8152-9953114729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CB827A9-A5DE-C188-2939-D60BED1843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FEBF00D-1E46-AF2D-0D8E-2F38D533C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686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9F509C9-EBD3-FFB9-4531-BBE9EE870C9B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F77DADAD-5C68-8B22-D7D6-9EFA4FCE9FBF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tx2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2" name="Shape">
              <a:extLst>
                <a:ext uri="{FF2B5EF4-FFF2-40B4-BE49-F238E27FC236}">
                  <a16:creationId xmlns:a16="http://schemas.microsoft.com/office/drawing/2014/main" id="{C84AEDAF-DA87-0FC6-A421-8548D43C9150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3F4551C1-F77D-5DEA-D4A6-E296C313BD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1593" y="844209"/>
            <a:ext cx="10362510" cy="4968161"/>
          </a:xfr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6000" b="1" cap="all" baseline="0"/>
            </a:lvl1pPr>
            <a:lvl2pPr marL="228600" indent="0" algn="ctr">
              <a:lnSpc>
                <a:spcPct val="90000"/>
              </a:lnSpc>
              <a:buNone/>
              <a:defRPr sz="5400" b="1"/>
            </a:lvl2pPr>
            <a:lvl3pPr marL="457200" indent="0" algn="ctr">
              <a:lnSpc>
                <a:spcPct val="90000"/>
              </a:lnSpc>
              <a:buNone/>
              <a:defRPr sz="4800" b="1"/>
            </a:lvl3pPr>
            <a:lvl4pPr marL="685800" indent="0" algn="ctr">
              <a:lnSpc>
                <a:spcPct val="90000"/>
              </a:lnSpc>
              <a:buNone/>
              <a:defRPr sz="4400" b="1"/>
            </a:lvl4pPr>
            <a:lvl5pPr marL="914400" indent="0" algn="ctr">
              <a:lnSpc>
                <a:spcPct val="90000"/>
              </a:lnSpc>
              <a:buNone/>
              <a:defRPr sz="4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C2AFDFC-279D-866C-97E4-0413DAD375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329DF21-7E57-6F8D-84A6-32DD2CDC66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F0DFF13-FAC1-37BC-2037-41048E696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514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">
            <a:extLst>
              <a:ext uri="{FF2B5EF4-FFF2-40B4-BE49-F238E27FC236}">
                <a16:creationId xmlns:a16="http://schemas.microsoft.com/office/drawing/2014/main" id="{2DE75237-C959-D427-59CB-754609076995}"/>
              </a:ext>
            </a:extLst>
          </p:cNvPr>
          <p:cNvSpPr/>
          <p:nvPr/>
        </p:nvSpPr>
        <p:spPr>
          <a:xfrm>
            <a:off x="680973" y="1199512"/>
            <a:ext cx="11058961" cy="4831742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2E7456C8-E832-7DE1-2809-F37CD2039059}"/>
              </a:ext>
            </a:extLst>
          </p:cNvPr>
          <p:cNvSpPr/>
          <p:nvPr/>
        </p:nvSpPr>
        <p:spPr>
          <a:xfrm>
            <a:off x="452064" y="838200"/>
            <a:ext cx="11058961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C8B71B71-DED1-B066-5130-1F2DE61457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3157" y="4171150"/>
            <a:ext cx="9427773" cy="466344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200" b="1" cap="all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764B92A2-9C11-A473-0B3F-CAAD66CB9FF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50623" y="1475874"/>
            <a:ext cx="9852843" cy="2393479"/>
          </a:xfrm>
        </p:spPr>
        <p:txBody>
          <a:bodyPr anchor="b">
            <a:normAutofit/>
          </a:bodyPr>
          <a:lstStyle>
            <a:lvl1pPr marL="228600" indent="0" algn="ctr">
              <a:buNone/>
              <a:defRPr sz="4000"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47B8EDB-536A-003E-AE0A-AB072C6BD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59023AF-254C-8366-C5DA-6778C61166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CDA5A3A-7694-A45B-B5A0-90DAAB4B2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82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">
            <a:extLst>
              <a:ext uri="{FF2B5EF4-FFF2-40B4-BE49-F238E27FC236}">
                <a16:creationId xmlns:a16="http://schemas.microsoft.com/office/drawing/2014/main" id="{2DE75237-C959-D427-59CB-754609076995}"/>
              </a:ext>
            </a:extLst>
          </p:cNvPr>
          <p:cNvSpPr/>
          <p:nvPr/>
        </p:nvSpPr>
        <p:spPr>
          <a:xfrm>
            <a:off x="680973" y="1199512"/>
            <a:ext cx="11058961" cy="483174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2E7456C8-E832-7DE1-2809-F37CD2039059}"/>
              </a:ext>
            </a:extLst>
          </p:cNvPr>
          <p:cNvSpPr/>
          <p:nvPr/>
        </p:nvSpPr>
        <p:spPr>
          <a:xfrm>
            <a:off x="452064" y="838200"/>
            <a:ext cx="11058961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1D793A1-BF22-DDD0-DBA9-DEFF700F00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100" y="4935583"/>
            <a:ext cx="94277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 b="1" cap="all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302FB0-A6C5-BD5A-AF43-984A6C3F868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0100" y="1365758"/>
            <a:ext cx="9898063" cy="3308350"/>
          </a:xfrm>
        </p:spPr>
        <p:txBody>
          <a:bodyPr anchor="ctr">
            <a:normAutofit/>
          </a:bodyPr>
          <a:lstStyle>
            <a:lvl1pPr marL="228600" indent="0">
              <a:buNone/>
              <a:defRPr sz="4000"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0B46980-787B-28B2-BEF9-0889894EF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A696B03-9BC5-E21E-A5FD-103860D28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B97DCEF-D6BB-4719-2240-3051D4DDED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464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7FA2DADE-9D41-2081-4A77-1D5CE9B7776B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D138D331-ECD1-1788-A7CA-448A49C9F489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B18BA15F-A0BE-EFD1-7E68-4B1BD84BE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6585" y="4526280"/>
            <a:ext cx="9108208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 b="1" cap="all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56074EC9-559B-FD63-2E36-6C0F1C29A95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236585" y="1527048"/>
            <a:ext cx="9108208" cy="270420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B5B5DC6-7732-056F-CCE9-08CA0A2F5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30CB01E-671D-F7D5-38AC-15837FE387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CEAD38F-C515-CF0A-DFEF-E4F3E918B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187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">
            <a:extLst>
              <a:ext uri="{FF2B5EF4-FFF2-40B4-BE49-F238E27FC236}">
                <a16:creationId xmlns:a16="http://schemas.microsoft.com/office/drawing/2014/main" id="{8EAF9CAC-FFA2-BEF7-4631-1C54E575EDE5}"/>
              </a:ext>
            </a:extLst>
          </p:cNvPr>
          <p:cNvSpPr/>
          <p:nvPr/>
        </p:nvSpPr>
        <p:spPr>
          <a:xfrm>
            <a:off x="734919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37C03440-D61A-0EBF-6628-89058E855965}"/>
              </a:ext>
            </a:extLst>
          </p:cNvPr>
          <p:cNvSpPr/>
          <p:nvPr/>
        </p:nvSpPr>
        <p:spPr>
          <a:xfrm>
            <a:off x="6525104" y="2090064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66704" cy="11322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B0235ED5-6A34-E190-C6AF-47C4365CF4D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2647" y="1956816"/>
            <a:ext cx="5049837" cy="3986212"/>
          </a:xfrm>
          <a:solidFill>
            <a:schemeClr val="bg1"/>
          </a:solidFill>
          <a:ln w="25400">
            <a:solidFill>
              <a:schemeClr val="dk1"/>
            </a:solidFill>
          </a:ln>
        </p:spPr>
        <p:txBody>
          <a:bodyPr lIns="365760" tIns="274320" rIns="365760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5924B5D-8BA0-6E97-9FCD-47734558730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02388" y="1941513"/>
            <a:ext cx="5049837" cy="3986212"/>
          </a:xfrm>
          <a:solidFill>
            <a:schemeClr val="bg1"/>
          </a:solidFill>
          <a:ln w="25400">
            <a:solidFill>
              <a:schemeClr val="dk1"/>
            </a:solidFill>
          </a:ln>
        </p:spPr>
        <p:txBody>
          <a:bodyPr lIns="365760" tIns="274320" rIns="365760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9E9D210-740B-975E-F164-1DE3D1A89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378DF6A-F028-C688-AFFC-152D73F73A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F58732C-80CB-B4FE-AB5F-DDFE3F83A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410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87053FE2-64E0-3012-349A-A9A3630871D9}"/>
              </a:ext>
            </a:extLst>
          </p:cNvPr>
          <p:cNvSpPr/>
          <p:nvPr/>
        </p:nvSpPr>
        <p:spPr>
          <a:xfrm>
            <a:off x="734919" y="2106081"/>
            <a:ext cx="5054248" cy="398701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C46A75A9-A17B-098E-3A45-F6C555BE2639}"/>
              </a:ext>
            </a:extLst>
          </p:cNvPr>
          <p:cNvSpPr/>
          <p:nvPr/>
        </p:nvSpPr>
        <p:spPr>
          <a:xfrm>
            <a:off x="609964" y="1964050"/>
            <a:ext cx="5054248" cy="3987012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09A08B6C-E5A4-86B0-F3FC-9D459A8BBBFE}"/>
              </a:ext>
            </a:extLst>
          </p:cNvPr>
          <p:cNvSpPr/>
          <p:nvPr/>
        </p:nvSpPr>
        <p:spPr>
          <a:xfrm>
            <a:off x="6527790" y="2106081"/>
            <a:ext cx="5054248" cy="398701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Shape">
            <a:extLst>
              <a:ext uri="{FF2B5EF4-FFF2-40B4-BE49-F238E27FC236}">
                <a16:creationId xmlns:a16="http://schemas.microsoft.com/office/drawing/2014/main" id="{BC04CEF9-7BA9-D4E7-7852-594CC56DBD37}"/>
              </a:ext>
            </a:extLst>
          </p:cNvPr>
          <p:cNvSpPr/>
          <p:nvPr/>
        </p:nvSpPr>
        <p:spPr>
          <a:xfrm>
            <a:off x="6402835" y="1964050"/>
            <a:ext cx="5054248" cy="3987012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DBC014A-57E4-E622-1B5A-DDCDE4F19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66704" cy="11322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026" y="2140585"/>
            <a:ext cx="4433978" cy="57596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BDB215F-F64D-AFEC-78DE-A34FCC39898B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715897" y="2140585"/>
            <a:ext cx="4433978" cy="57596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23026" y="2842450"/>
            <a:ext cx="4433978" cy="28982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2EAD70E4-41EC-CD82-9922-84432DB9000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715897" y="2842450"/>
            <a:ext cx="4433978" cy="28982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5957D-E390-A6CD-0738-7DBCB3C4B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323C36B-3396-E0B9-7965-0F8040BFF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8F87EB5-54D8-0C98-C391-699B7F558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949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97C84A4-6A79-3485-A77E-989CD7583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E55074A-9964-8F29-CF91-8A0D5AF16C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AAF6FDF-2AC3-DB97-1683-2D56D880D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344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A6B9D93-9B64-1CD3-A833-FFDD8C5DBA7C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37BFBC61-3CC2-D636-FC54-55E9720C4A08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2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2" name="Shape">
              <a:extLst>
                <a:ext uri="{FF2B5EF4-FFF2-40B4-BE49-F238E27FC236}">
                  <a16:creationId xmlns:a16="http://schemas.microsoft.com/office/drawing/2014/main" id="{9D0D17A4-DEA9-4B44-C0FE-1238BACA12F7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73E672C-94F7-4F94-AA9D-0B2344E4B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94D1CA6-A4DC-DBEE-5E99-FCD16E8FE0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02D83F5-E164-0E11-063F-914D641C1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43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490C2B9-2891-C4B8-A62C-388B9E630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2391F72-8364-5853-5AF7-052CEB5F92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E50753C-CFE5-2B43-A721-D0E923A0E0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3271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">
            <a:extLst>
              <a:ext uri="{FF2B5EF4-FFF2-40B4-BE49-F238E27FC236}">
                <a16:creationId xmlns:a16="http://schemas.microsoft.com/office/drawing/2014/main" id="{AAA00F4A-8B03-B8A7-EF9E-9FA816B844D9}"/>
              </a:ext>
            </a:extLst>
          </p:cNvPr>
          <p:cNvSpPr/>
          <p:nvPr/>
        </p:nvSpPr>
        <p:spPr>
          <a:xfrm>
            <a:off x="5134801" y="980808"/>
            <a:ext cx="6345319" cy="5190277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176208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AB62C19-EED5-2CB6-3778-D242A01B31A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76261" y="557784"/>
            <a:ext cx="6345319" cy="54379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3D8F1A6-74FA-F0AA-BD1D-9179B6322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DAC8853-1F8E-BAF2-7EA5-E7CC3A30143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1F632EE-8F97-1D42-BC0E-348FE22EAD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2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60F089B-9235-81DB-CA69-D7CB62593609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A7BE37C7-4A0D-B366-88A7-61DDF6BADDFF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4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5" name="Shape1">
              <a:extLst>
                <a:ext uri="{FF2B5EF4-FFF2-40B4-BE49-F238E27FC236}">
                  <a16:creationId xmlns:a16="http://schemas.microsoft.com/office/drawing/2014/main" id="{F6ED5B22-34B0-7A29-DE32-F681BB887699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4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011" y="1571632"/>
            <a:ext cx="6905972" cy="1133856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72428" y="3198297"/>
            <a:ext cx="9844686" cy="2411393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3B0EB48-D222-B712-F2B3-9932C893C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38DC1E4-B259-385B-34D7-4FEBAE45C0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B0374E6-29F5-6E16-088E-EC1EE38D0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38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67284EC-3D0F-3F16-846C-AB08017ABD0D}"/>
              </a:ext>
            </a:extLst>
          </p:cNvPr>
          <p:cNvGrpSpPr/>
          <p:nvPr/>
        </p:nvGrpSpPr>
        <p:grpSpPr>
          <a:xfrm>
            <a:off x="1290931" y="492893"/>
            <a:ext cx="9610139" cy="5876422"/>
            <a:chOff x="521208" y="647905"/>
            <a:chExt cx="11365969" cy="556574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7E5FBE18-9CC6-A8C8-127B-CCA2232BDB14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2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4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5" name="Shape1">
              <a:extLst>
                <a:ext uri="{FF2B5EF4-FFF2-40B4-BE49-F238E27FC236}">
                  <a16:creationId xmlns:a16="http://schemas.microsoft.com/office/drawing/2014/main" id="{896B8FC0-2B00-3276-EB32-68AEA34310A4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4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548" y="1627318"/>
            <a:ext cx="8257213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79669" y="3622674"/>
            <a:ext cx="8257087" cy="1279615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00BE14F-B804-8786-E6FC-084A0A7FA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1CB601B-B447-CD6E-FCA1-4CC6DDC766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F950DAF-2879-C094-CC30-7714177A4C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678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920287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55334"/>
      </p:ext>
    </p:extLst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44128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24953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977980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6485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503239"/>
      </p:ext>
    </p:extLst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08830"/>
      </p:ext>
    </p:extLst>
  </p:cSld>
  <p:clrMapOvr>
    <a:masterClrMapping/>
  </p:clrMapOvr>
  <p:hf sldNum="0"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99276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27719"/>
      </p:ext>
    </p:extLst>
  </p:cSld>
  <p:clrMapOvr>
    <a:masterClrMapping/>
  </p:clrMapOvr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29115"/>
      </p:ext>
    </p:extLst>
  </p:cSld>
  <p:clrMapOvr>
    <a:masterClrMapping/>
  </p:clrMapOvr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199777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87523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216472"/>
      </p:ext>
    </p:extLst>
  </p:cSld>
  <p:clrMapOvr>
    <a:masterClrMapping/>
  </p:clrMapOvr>
  <p:hf sldNum="0"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275226"/>
      </p:ext>
    </p:extLst>
  </p:cSld>
  <p:clrMapOvr>
    <a:masterClrMapping/>
  </p:clrMapOvr>
  <p:hf sldNum="0"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871249"/>
      </p:ext>
    </p:extLst>
  </p:cSld>
  <p:clrMapOvr>
    <a:masterClrMapping/>
  </p:clrMapOvr>
  <p:hf sldNum="0"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38427"/>
      </p:ext>
    </p:extLst>
  </p:cSld>
  <p:clrMapOvr>
    <a:masterClrMapping/>
  </p:clrMapOvr>
  <p:hf sldNum="0"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0202F551-CD9C-6E27-92C3-595934B22837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A703234F-30D0-CB47-612B-1247B3B32162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20E2C7-A47E-F74C-7AE3-3B9E0FAB4AC3}"/>
              </a:ext>
            </a:extLst>
          </p:cNvPr>
          <p:cNvCxnSpPr>
            <a:cxnSpLocks/>
          </p:cNvCxnSpPr>
          <p:nvPr/>
        </p:nvCxnSpPr>
        <p:spPr>
          <a:xfrm>
            <a:off x="7223309" y="800100"/>
            <a:ext cx="0" cy="4953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1123" y="1339060"/>
            <a:ext cx="4974183" cy="262441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9205" y="4312625"/>
            <a:ext cx="4974183" cy="106580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cap="all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4DC1A109-E158-1AD7-E2B7-416EEE08ACC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238313" y="812266"/>
            <a:ext cx="3829736" cy="4928136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noFill/>
          </a:ln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 noProof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noProof="0" dirty="0"/>
              <a:t>  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F7B139E-1A4F-D7CF-7764-58DA6FAFE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538451A-1E74-ABF8-A9BB-311A384BE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58985DD-E6CE-DBCC-61CF-9BBFE330E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50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4.xml"/><Relationship Id="rId21" Type="http://schemas.openxmlformats.org/officeDocument/2006/relationships/image" Target="../media/image11.png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23" Type="http://schemas.openxmlformats.org/officeDocument/2006/relationships/image" Target="../media/image13.png"/><Relationship Id="rId10" Type="http://schemas.openxmlformats.org/officeDocument/2006/relationships/slideLayout" Target="../slideLayouts/slideLayout6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Relationship Id="rId22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0966705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966706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3C955DE-5CD9-CD51-B605-4A616AD7CF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 algn="l" rtl="0">
              <a:defRPr sz="1200" cap="all" baseline="0"/>
            </a:lvl1pPr>
          </a:lstStyle>
          <a:p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9DD014B-8F2C-F57A-615A-FA05655D5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 algn="l" rtl="0">
              <a:defRPr sz="1200" cap="all" baseline="0"/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91BBAA5-67F0-C82E-FEFD-FB109AD133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 algn="r" rtl="0">
              <a:defRPr sz="1200" cap="all" baseline="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764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8" r:id="rId2"/>
    <p:sldLayoutId id="2147483889" r:id="rId3"/>
    <p:sldLayoutId id="2147483890" r:id="rId4"/>
    <p:sldLayoutId id="2147483937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  <p:sldLayoutId id="2147483897" r:id="rId12"/>
    <p:sldLayoutId id="2147483898" r:id="rId13"/>
    <p:sldLayoutId id="2147483899" r:id="rId14"/>
    <p:sldLayoutId id="2147483900" r:id="rId15"/>
    <p:sldLayoutId id="2147483901" r:id="rId16"/>
    <p:sldLayoutId id="2147483902" r:id="rId17"/>
    <p:sldLayoutId id="2147483903" r:id="rId18"/>
    <p:sldLayoutId id="2147483904" r:id="rId19"/>
    <p:sldLayoutId id="2147483905" r:id="rId20"/>
    <p:sldLayoutId id="2147483906" r:id="rId21"/>
    <p:sldLayoutId id="2147483907" r:id="rId22"/>
    <p:sldLayoutId id="2147483908" r:id="rId23"/>
    <p:sldLayoutId id="2147483909" r:id="rId24"/>
    <p:sldLayoutId id="2147483910" r:id="rId25"/>
    <p:sldLayoutId id="2147483911" r:id="rId26"/>
    <p:sldLayoutId id="2147483912" r:id="rId27"/>
    <p:sldLayoutId id="2147483913" r:id="rId28"/>
    <p:sldLayoutId id="2147483914" r:id="rId29"/>
    <p:sldLayoutId id="2147483915" r:id="rId30"/>
    <p:sldLayoutId id="2147483916" r:id="rId31"/>
    <p:sldLayoutId id="2147483917" r:id="rId32"/>
    <p:sldLayoutId id="2147483918" r:id="rId33"/>
    <p:sldLayoutId id="2147483919" r:id="rId34"/>
    <p:sldLayoutId id="2147483920" r:id="rId35"/>
    <p:sldLayoutId id="2147483921" r:id="rId36"/>
    <p:sldLayoutId id="2147483922" r:id="rId37"/>
    <p:sldLayoutId id="2147483923" r:id="rId38"/>
    <p:sldLayoutId id="2147483924" r:id="rId39"/>
    <p:sldLayoutId id="2147483925" r:id="rId40"/>
    <p:sldLayoutId id="2147483926" r:id="rId41"/>
    <p:sldLayoutId id="2147483927" r:id="rId42"/>
    <p:sldLayoutId id="2147483928" r:id="rId43"/>
    <p:sldLayoutId id="2147483929" r:id="rId44"/>
    <p:sldLayoutId id="2147483930" r:id="rId45"/>
    <p:sldLayoutId id="2147483931" r:id="rId46"/>
    <p:sldLayoutId id="2147483932" r:id="rId47"/>
    <p:sldLayoutId id="2147483933" r:id="rId48"/>
    <p:sldLayoutId id="2147483934" r:id="rId49"/>
    <p:sldLayoutId id="2147483935" r:id="rId50"/>
    <p:sldLayoutId id="2147483936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671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73" r:id="rId6"/>
    <p:sldLayoutId id="2147483974" r:id="rId7"/>
    <p:sldLayoutId id="2147483975" r:id="rId8"/>
    <p:sldLayoutId id="2147483976" r:id="rId9"/>
    <p:sldLayoutId id="2147483977" r:id="rId10"/>
    <p:sldLayoutId id="2147483978" r:id="rId11"/>
    <p:sldLayoutId id="2147483979" r:id="rId12"/>
    <p:sldLayoutId id="2147483980" r:id="rId13"/>
    <p:sldLayoutId id="2147483981" r:id="rId14"/>
    <p:sldLayoutId id="2147483982" r:id="rId15"/>
    <p:sldLayoutId id="2147483983" r:id="rId16"/>
    <p:sldLayoutId id="2147483984" r:id="rId17"/>
    <p:sldLayoutId id="2147483985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9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9.xml"/><Relationship Id="rId6" Type="http://schemas.openxmlformats.org/officeDocument/2006/relationships/hyperlink" Target="https://github.com/shalin-rahman/GHCAA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6A81905-F480-46A4-BC10-215D24EA1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A39E0C-DCD6-A65D-C252-79AF7F81C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3844" y="211666"/>
            <a:ext cx="6932489" cy="28194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0" i="0" kern="1200" dirty="0">
                <a:solidFill>
                  <a:srgbClr val="EBEBEB"/>
                </a:solidFill>
                <a:latin typeface="Biome Light" panose="020B0502040204020203" pitchFamily="34" charset="0"/>
                <a:cs typeface="Biome Light" panose="020B0502040204020203" pitchFamily="34" charset="0"/>
              </a:rPr>
              <a:t>Design, Development and Evaluation of a Specification-Driven, Reusable Alumni Management Platform for Resource-Constrained Institutions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BCE3760-2BE8-EA7D-E3FF-401690ABF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2011" y="4777379"/>
            <a:ext cx="7057522" cy="159802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cap="none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Md Habibur Rahman, EMIT, B7, 2512220</a:t>
            </a:r>
            <a:br>
              <a:rPr lang="en-US" cap="none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</a:br>
            <a:br>
              <a:rPr lang="en-US" cap="none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</a:br>
            <a:r>
              <a:rPr lang="en-US" cap="none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Under Supervision Of – </a:t>
            </a:r>
            <a:br>
              <a:rPr lang="en-US" cap="none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</a:br>
            <a:r>
              <a:rPr lang="en-US" cap="none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Professor Dr. Kazi </a:t>
            </a:r>
            <a:r>
              <a:rPr lang="en-US" cap="none" dirty="0" err="1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Muheymin</a:t>
            </a:r>
            <a:r>
              <a:rPr lang="en-US" cap="none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-Us-Sakib</a:t>
            </a:r>
            <a:br>
              <a:rPr lang="en-US" cap="none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</a:br>
            <a:br>
              <a:rPr lang="en-US" cap="none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</a:br>
            <a:r>
              <a:rPr lang="en-US" cap="none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Date: 31 Oct </a:t>
            </a:r>
            <a:r>
              <a:rPr lang="en-US" sz="1400" cap="none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2026</a:t>
            </a:r>
            <a:endParaRPr lang="en-US" cap="none" dirty="0">
              <a:solidFill>
                <a:schemeClr val="bg1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48" name="Freeform 8">
            <a:extLst>
              <a:ext uri="{FF2B5EF4-FFF2-40B4-BE49-F238E27FC236}">
                <a16:creationId xmlns:a16="http://schemas.microsoft.com/office/drawing/2014/main" id="{36FD4D9D-3784-41E8-8405-A42B72F5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5692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9" name="Freeform: Shape 48">
            <a:extLst>
              <a:ext uri="{FF2B5EF4-FFF2-40B4-BE49-F238E27FC236}">
                <a16:creationId xmlns:a16="http://schemas.microsoft.com/office/drawing/2014/main" id="{09811DF6-66E4-43D5-B564-315179653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81964" cy="6858000"/>
          </a:xfrm>
          <a:custGeom>
            <a:avLst/>
            <a:gdLst>
              <a:gd name="connsiteX0" fmla="*/ 3137249 w 4481964"/>
              <a:gd name="connsiteY0" fmla="*/ 0 h 6858000"/>
              <a:gd name="connsiteX1" fmla="*/ 4480787 w 4481964"/>
              <a:gd name="connsiteY1" fmla="*/ 0 h 6858000"/>
              <a:gd name="connsiteX2" fmla="*/ 4455742 w 4481964"/>
              <a:gd name="connsiteY2" fmla="*/ 155676 h 6858000"/>
              <a:gd name="connsiteX3" fmla="*/ 4431873 w 4481964"/>
              <a:gd name="connsiteY3" fmla="*/ 310667 h 6858000"/>
              <a:gd name="connsiteX4" fmla="*/ 4408509 w 4481964"/>
              <a:gd name="connsiteY4" fmla="*/ 466344 h 6858000"/>
              <a:gd name="connsiteX5" fmla="*/ 4388506 w 4481964"/>
              <a:gd name="connsiteY5" fmla="*/ 622706 h 6858000"/>
              <a:gd name="connsiteX6" fmla="*/ 4368335 w 4481964"/>
              <a:gd name="connsiteY6" fmla="*/ 778383 h 6858000"/>
              <a:gd name="connsiteX7" fmla="*/ 4349509 w 4481964"/>
              <a:gd name="connsiteY7" fmla="*/ 934745 h 6858000"/>
              <a:gd name="connsiteX8" fmla="*/ 4333373 w 4481964"/>
              <a:gd name="connsiteY8" fmla="*/ 1089050 h 6858000"/>
              <a:gd name="connsiteX9" fmla="*/ 4318077 w 4481964"/>
              <a:gd name="connsiteY9" fmla="*/ 1245413 h 6858000"/>
              <a:gd name="connsiteX10" fmla="*/ 4304125 w 4481964"/>
              <a:gd name="connsiteY10" fmla="*/ 1401089 h 6858000"/>
              <a:gd name="connsiteX11" fmla="*/ 4292023 w 4481964"/>
              <a:gd name="connsiteY11" fmla="*/ 1554023 h 6858000"/>
              <a:gd name="connsiteX12" fmla="*/ 4279920 w 4481964"/>
              <a:gd name="connsiteY12" fmla="*/ 1709013 h 6858000"/>
              <a:gd name="connsiteX13" fmla="*/ 4269835 w 4481964"/>
              <a:gd name="connsiteY13" fmla="*/ 1861947 h 6858000"/>
              <a:gd name="connsiteX14" fmla="*/ 4261935 w 4481964"/>
              <a:gd name="connsiteY14" fmla="*/ 2014880 h 6858000"/>
              <a:gd name="connsiteX15" fmla="*/ 4253698 w 4481964"/>
              <a:gd name="connsiteY15" fmla="*/ 2167128 h 6858000"/>
              <a:gd name="connsiteX16" fmla="*/ 4246807 w 4481964"/>
              <a:gd name="connsiteY16" fmla="*/ 2318004 h 6858000"/>
              <a:gd name="connsiteX17" fmla="*/ 4241932 w 4481964"/>
              <a:gd name="connsiteY17" fmla="*/ 2467508 h 6858000"/>
              <a:gd name="connsiteX18" fmla="*/ 4237730 w 4481964"/>
              <a:gd name="connsiteY18" fmla="*/ 2617013 h 6858000"/>
              <a:gd name="connsiteX19" fmla="*/ 4233696 w 4481964"/>
              <a:gd name="connsiteY19" fmla="*/ 2765145 h 6858000"/>
              <a:gd name="connsiteX20" fmla="*/ 4231847 w 4481964"/>
              <a:gd name="connsiteY20" fmla="*/ 2911221 h 6858000"/>
              <a:gd name="connsiteX21" fmla="*/ 4229830 w 4481964"/>
              <a:gd name="connsiteY21" fmla="*/ 3057296 h 6858000"/>
              <a:gd name="connsiteX22" fmla="*/ 4228821 w 4481964"/>
              <a:gd name="connsiteY22" fmla="*/ 3201314 h 6858000"/>
              <a:gd name="connsiteX23" fmla="*/ 4229830 w 4481964"/>
              <a:gd name="connsiteY23" fmla="*/ 3343960 h 6858000"/>
              <a:gd name="connsiteX24" fmla="*/ 4229830 w 4481964"/>
              <a:gd name="connsiteY24" fmla="*/ 3485235 h 6858000"/>
              <a:gd name="connsiteX25" fmla="*/ 4231847 w 4481964"/>
              <a:gd name="connsiteY25" fmla="*/ 3625138 h 6858000"/>
              <a:gd name="connsiteX26" fmla="*/ 4234872 w 4481964"/>
              <a:gd name="connsiteY26" fmla="*/ 3762298 h 6858000"/>
              <a:gd name="connsiteX27" fmla="*/ 4237730 w 4481964"/>
              <a:gd name="connsiteY27" fmla="*/ 3898087 h 6858000"/>
              <a:gd name="connsiteX28" fmla="*/ 4240924 w 4481964"/>
              <a:gd name="connsiteY28" fmla="*/ 4031132 h 6858000"/>
              <a:gd name="connsiteX29" fmla="*/ 4245798 w 4481964"/>
              <a:gd name="connsiteY29" fmla="*/ 4163491 h 6858000"/>
              <a:gd name="connsiteX30" fmla="*/ 4251009 w 4481964"/>
              <a:gd name="connsiteY30" fmla="*/ 4293793 h 6858000"/>
              <a:gd name="connsiteX31" fmla="*/ 4255715 w 4481964"/>
              <a:gd name="connsiteY31" fmla="*/ 4421352 h 6858000"/>
              <a:gd name="connsiteX32" fmla="*/ 4268995 w 4481964"/>
              <a:gd name="connsiteY32" fmla="*/ 4670298 h 6858000"/>
              <a:gd name="connsiteX33" fmla="*/ 4283114 w 4481964"/>
              <a:gd name="connsiteY33" fmla="*/ 4908956 h 6858000"/>
              <a:gd name="connsiteX34" fmla="*/ 4297906 w 4481964"/>
              <a:gd name="connsiteY34" fmla="*/ 5138013 h 6858000"/>
              <a:gd name="connsiteX35" fmla="*/ 4314211 w 4481964"/>
              <a:gd name="connsiteY35" fmla="*/ 5354726 h 6858000"/>
              <a:gd name="connsiteX36" fmla="*/ 4331188 w 4481964"/>
              <a:gd name="connsiteY36" fmla="*/ 5561838 h 6858000"/>
              <a:gd name="connsiteX37" fmla="*/ 4349509 w 4481964"/>
              <a:gd name="connsiteY37" fmla="*/ 5753862 h 6858000"/>
              <a:gd name="connsiteX38" fmla="*/ 4367495 w 4481964"/>
              <a:gd name="connsiteY38" fmla="*/ 5934227 h 6858000"/>
              <a:gd name="connsiteX39" fmla="*/ 4385480 w 4481964"/>
              <a:gd name="connsiteY39" fmla="*/ 6100191 h 6858000"/>
              <a:gd name="connsiteX40" fmla="*/ 4402457 w 4481964"/>
              <a:gd name="connsiteY40" fmla="*/ 6252438 h 6858000"/>
              <a:gd name="connsiteX41" fmla="*/ 4418594 w 4481964"/>
              <a:gd name="connsiteY41" fmla="*/ 6387541 h 6858000"/>
              <a:gd name="connsiteX42" fmla="*/ 4433890 w 4481964"/>
              <a:gd name="connsiteY42" fmla="*/ 6509613 h 6858000"/>
              <a:gd name="connsiteX43" fmla="*/ 4446665 w 4481964"/>
              <a:gd name="connsiteY43" fmla="*/ 6612483 h 6858000"/>
              <a:gd name="connsiteX44" fmla="*/ 4458767 w 4481964"/>
              <a:gd name="connsiteY44" fmla="*/ 6698894 h 6858000"/>
              <a:gd name="connsiteX45" fmla="*/ 4476081 w 4481964"/>
              <a:gd name="connsiteY45" fmla="*/ 6817538 h 6858000"/>
              <a:gd name="connsiteX46" fmla="*/ 4481964 w 4481964"/>
              <a:gd name="connsiteY46" fmla="*/ 6858000 h 6858000"/>
              <a:gd name="connsiteX47" fmla="*/ 3577807 w 4481964"/>
              <a:gd name="connsiteY47" fmla="*/ 6858000 h 6858000"/>
              <a:gd name="connsiteX48" fmla="*/ 3577807 w 4481964"/>
              <a:gd name="connsiteY48" fmla="*/ 6858000 h 6858000"/>
              <a:gd name="connsiteX49" fmla="*/ 0 w 4481964"/>
              <a:gd name="connsiteY49" fmla="*/ 6858000 h 6858000"/>
              <a:gd name="connsiteX50" fmla="*/ 0 w 4481964"/>
              <a:gd name="connsiteY50" fmla="*/ 0 h 6858000"/>
              <a:gd name="connsiteX51" fmla="*/ 3137249 w 448196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481964" h="6858000">
                <a:moveTo>
                  <a:pt x="3137249" y="0"/>
                </a:move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3577807" y="6858000"/>
                </a:lnTo>
                <a:lnTo>
                  <a:pt x="0" y="6858000"/>
                </a:lnTo>
                <a:lnTo>
                  <a:pt x="0" y="0"/>
                </a:lnTo>
                <a:lnTo>
                  <a:pt x="313724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0817A52-B891-4228-A61E-0C0A5763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DC550DA8-87E2-3C4B-F26D-9770597E2C3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5" r="3215"/>
          <a:stretch/>
        </p:blipFill>
        <p:spPr>
          <a:xfrm>
            <a:off x="647240" y="1652546"/>
            <a:ext cx="2936836" cy="3781508"/>
          </a:xfrm>
          <a:prstGeom prst="rect">
            <a:avLst/>
          </a:prstGeom>
          <a:noFill/>
          <a:effectLst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026271-4383-DD56-0896-BF1CA679E276}"/>
              </a:ext>
            </a:extLst>
          </p:cNvPr>
          <p:cNvSpPr txBox="1"/>
          <p:nvPr/>
        </p:nvSpPr>
        <p:spPr>
          <a:xfrm>
            <a:off x="4793844" y="35037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Platform progress.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Focus: the election module and the data model</a:t>
            </a:r>
          </a:p>
        </p:txBody>
      </p:sp>
    </p:spTree>
    <p:extLst>
      <p:ext uri="{BB962C8B-B14F-4D97-AF65-F5344CB8AC3E}">
        <p14:creationId xmlns:p14="http://schemas.microsoft.com/office/powerpoint/2010/main" val="2640413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7" name="Oval 56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67CA421-FA2B-47ED-A101-F8BBEBB29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94E5C9-A4A0-7002-0699-1682F5C31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0279" y="1325880"/>
            <a:ext cx="3344020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Where the project stands</a:t>
            </a:r>
            <a:br>
              <a:rPr lang="en-US" sz="46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endParaRPr lang="en-US" sz="4600" b="0" i="0" kern="120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1F441C-CEC0-F6B3-6F44-55F9104AB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00279" y="4588329"/>
            <a:ext cx="3344020" cy="16219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solidFill>
                  <a:schemeClr val="bg2">
                    <a:lumMod val="40000"/>
                    <a:lumOff val="60000"/>
                  </a:schemeClr>
                </a:solidFill>
              </a:rPr>
              <a:t>note: the count is of code, not of features used</a:t>
            </a:r>
          </a:p>
        </p:txBody>
      </p:sp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12425D82-CD5E-45A4-9542-70951E59F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914" y="639905"/>
            <a:ext cx="6915664" cy="55781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21DB897-A621-4D5F-AC81-91199AC43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1BA8B01-419E-5766-4853-B58B324A8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884526"/>
              </p:ext>
            </p:extLst>
          </p:nvPr>
        </p:nvGraphicFramePr>
        <p:xfrm>
          <a:off x="763588" y="1596113"/>
          <a:ext cx="6673103" cy="3670970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{91EBBBCC-DAD2-459C-BE2E-F6DE35CF9A28}</a:tableStyleId>
              </a:tblPr>
              <a:tblGrid>
                <a:gridCol w="3402012">
                  <a:extLst>
                    <a:ext uri="{9D8B030D-6E8A-4147-A177-3AD203B41FA5}">
                      <a16:colId xmlns:a16="http://schemas.microsoft.com/office/drawing/2014/main" val="273506774"/>
                    </a:ext>
                  </a:extLst>
                </a:gridCol>
                <a:gridCol w="3271091">
                  <a:extLst>
                    <a:ext uri="{9D8B030D-6E8A-4147-A177-3AD203B41FA5}">
                      <a16:colId xmlns:a16="http://schemas.microsoft.com/office/drawing/2014/main" val="2194414724"/>
                    </a:ext>
                  </a:extLst>
                </a:gridCol>
              </a:tblGrid>
              <a:tr h="5963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0" cap="none" spc="0" dirty="0">
                          <a:solidFill>
                            <a:schemeClr val="bg1"/>
                          </a:solidFill>
                          <a:effectLst/>
                        </a:rPr>
                        <a:t>What</a:t>
                      </a:r>
                      <a:endParaRPr lang="en-US" sz="2200" b="0" i="0" cap="none" spc="0" dirty="0">
                        <a:solidFill>
                          <a:schemeClr val="bg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b="0" cap="none" spc="0">
                          <a:solidFill>
                            <a:schemeClr val="bg1"/>
                          </a:solidFill>
                          <a:effectLst/>
                        </a:rPr>
                        <a:t>Count</a:t>
                      </a:r>
                      <a:endParaRPr lang="en-US" sz="2200" b="0" i="0" cap="none" spc="0">
                        <a:solidFill>
                          <a:schemeClr val="bg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362188"/>
                  </a:ext>
                </a:extLst>
              </a:tr>
              <a:tr h="5124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API controllers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49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643388"/>
                  </a:ext>
                </a:extLst>
              </a:tr>
              <a:tr h="5124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HTTP endpoints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406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450258"/>
                  </a:ext>
                </a:extLst>
              </a:tr>
              <a:tr h="5124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 dirty="0">
                          <a:solidFill>
                            <a:schemeClr val="tx1"/>
                          </a:solidFill>
                          <a:effectLst/>
                        </a:rPr>
                        <a:t>Entity types in the database</a:t>
                      </a:r>
                      <a:endParaRPr lang="en-US" sz="1700" b="0" i="0" cap="none" spc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  <a:effectLst/>
                        </a:rPr>
                        <a:t>83 (24 for elections and polls)</a:t>
                      </a:r>
                      <a:endParaRPr lang="en-US" sz="1600" b="0" i="0" cap="none" spc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657855"/>
                  </a:ext>
                </a:extLst>
              </a:tr>
              <a:tr h="5124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PostgreSQL migrations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34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64887"/>
                  </a:ext>
                </a:extLst>
              </a:tr>
              <a:tr h="5124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Commits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378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072005"/>
                  </a:ext>
                </a:extLst>
              </a:tr>
              <a:tr h="5124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Clients</a:t>
                      </a:r>
                      <a:endParaRPr lang="en-US" sz="1700" b="0" i="0" cap="none" spc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 dirty="0">
                          <a:solidFill>
                            <a:schemeClr val="tx1"/>
                          </a:solidFill>
                          <a:effectLst/>
                        </a:rPr>
                        <a:t>Angular web, Flutter mobile</a:t>
                      </a:r>
                      <a:endParaRPr lang="en-US" sz="1700" b="0" i="0" cap="none" spc="0" dirty="0">
                        <a:solidFill>
                          <a:schemeClr val="tx1"/>
                        </a:solidFill>
                        <a:effectLst/>
                        <a:latin typeface="-apple-system"/>
                      </a:endParaRPr>
                    </a:p>
                  </a:txBody>
                  <a:tcPr marL="168833" marR="168833" marT="125888" marB="844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498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290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3" name="Oval 12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362849A-570D-49DB-954C-63F144E8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CA42011-E478-428B-9D15-A98E338BF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5" name="Freeform 7">
            <a:extLst>
              <a:ext uri="{FF2B5EF4-FFF2-40B4-BE49-F238E27FC236}">
                <a16:creationId xmlns:a16="http://schemas.microsoft.com/office/drawing/2014/main" id="{9ED2773C-FE51-4632-BA46-036BDCDA6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5E218-26AE-E568-10BE-C0105058B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Architecture</a:t>
            </a:r>
          </a:p>
        </p:txBody>
      </p:sp>
      <p:sp useBgFill="1">
        <p:nvSpPr>
          <p:cNvPr id="137" name="Freeform: Shape 136">
            <a:extLst>
              <a:ext uri="{FF2B5EF4-FFF2-40B4-BE49-F238E27FC236}">
                <a16:creationId xmlns:a16="http://schemas.microsoft.com/office/drawing/2014/main" id="{E02F9158-C4C2-46A8-BE73-A4F77E139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D3E05E-66A2-F190-9707-356174105551}"/>
              </a:ext>
            </a:extLst>
          </p:cNvPr>
          <p:cNvSpPr txBox="1"/>
          <p:nvPr/>
        </p:nvSpPr>
        <p:spPr>
          <a:xfrm>
            <a:off x="3145042" y="1381191"/>
            <a:ext cx="10192415" cy="697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Layers are API, Infrastructure, Application and Domain. </a:t>
            </a:r>
            <a:b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Single API serves for the web and mobile.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AB1083-70D2-CB7D-823C-2818E1D111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206" y="2357538"/>
            <a:ext cx="10567534" cy="444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569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1010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9700459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C03AC5-019E-44C4-5AC6-97BB76855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6974911" cy="861420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2000" b="0" i="0" kern="1200" cap="all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99C172-2EA9-4046-9664-D4433CA77D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6974915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Election lifecycle</a:t>
            </a:r>
            <a:br>
              <a:rPr lang="en-US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72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199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1010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9700459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D4A59A-1C5B-EDC6-32E1-236B62FA9A21}"/>
              </a:ext>
            </a:extLst>
          </p:cNvPr>
          <p:cNvSpPr txBox="1">
            <a:spLocks/>
          </p:cNvSpPr>
          <p:nvPr/>
        </p:nvSpPr>
        <p:spPr>
          <a:xfrm>
            <a:off x="965742" y="2845986"/>
            <a:ext cx="4515599" cy="8720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8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Q &amp; 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FD81016-2D37-954D-48CF-C4A311033C80}"/>
              </a:ext>
            </a:extLst>
          </p:cNvPr>
          <p:cNvSpPr txBox="1">
            <a:spLocks/>
          </p:cNvSpPr>
          <p:nvPr/>
        </p:nvSpPr>
        <p:spPr>
          <a:xfrm>
            <a:off x="907398" y="1164166"/>
            <a:ext cx="4515599" cy="8720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Github</a:t>
            </a:r>
            <a:br>
              <a:rPr lang="en-US" dirty="0"/>
            </a:br>
            <a:r>
              <a:rPr lang="en-US" sz="16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https://github.com/shalin-rahman/GHCAA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1C52A3B-1C2C-4E52-CB04-6F311F93173A}"/>
              </a:ext>
            </a:extLst>
          </p:cNvPr>
          <p:cNvSpPr txBox="1">
            <a:spLocks/>
          </p:cNvSpPr>
          <p:nvPr/>
        </p:nvSpPr>
        <p:spPr>
          <a:xfrm>
            <a:off x="778713" y="4527806"/>
            <a:ext cx="4515599" cy="8720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37774797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jpeg"/></Relationships>
</file>

<file path=ppt/theme/theme1.xml><?xml version="1.0" encoding="utf-8"?>
<a:theme xmlns:a="http://schemas.openxmlformats.org/drawingml/2006/main" name="Chalcot">
  <a:themeElements>
    <a:clrScheme name="Custom 2">
      <a:dk1>
        <a:srgbClr val="000000"/>
      </a:dk1>
      <a:lt1>
        <a:srgbClr val="F3EBE8"/>
      </a:lt1>
      <a:dk2>
        <a:srgbClr val="264653"/>
      </a:dk2>
      <a:lt2>
        <a:srgbClr val="FFFFFF"/>
      </a:lt2>
      <a:accent1>
        <a:srgbClr val="E9939D"/>
      </a:accent1>
      <a:accent2>
        <a:srgbClr val="E9C369"/>
      </a:accent2>
      <a:accent3>
        <a:srgbClr val="2A9D8F"/>
      </a:accent3>
      <a:accent4>
        <a:srgbClr val="F3D6CD"/>
      </a:accent4>
      <a:accent5>
        <a:srgbClr val="8CBA8F"/>
      </a:accent5>
      <a:accent6>
        <a:srgbClr val="919FA9"/>
      </a:accent6>
      <a:hlink>
        <a:srgbClr val="8F45C7"/>
      </a:hlink>
      <a:folHlink>
        <a:srgbClr val="D08A55"/>
      </a:folHlink>
    </a:clrScheme>
    <a:fontScheme name="Custom 362">
      <a:majorFont>
        <a:latin typeface="Century Gothic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alcot_Copilot Layouts_win32_LW_V5" id="{BB83E610-C1CA-49EC-A787-4EFEA8456B79}" vid="{40FB1116-6983-46AA-9CD7-BA42C7965D41}"/>
    </a:ext>
  </a:extLst>
</a:theme>
</file>

<file path=ppt/theme/theme2.xml><?xml version="1.0" encoding="utf-8"?>
<a:theme xmlns:a="http://schemas.openxmlformats.org/drawingml/2006/main" name="Ion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C1B1D1-0368-4ED3-8004-0F946C56E5DB}">
  <ds:schemaRefs>
    <ds:schemaRef ds:uri="http://schemas.microsoft.com/sharepoint/v3"/>
    <ds:schemaRef ds:uri="http://schemas.microsoft.com/office/2006/documentManagement/types"/>
    <ds:schemaRef ds:uri="http://purl.org/dc/terms/"/>
    <ds:schemaRef ds:uri="71af3243-3dd4-4a8d-8c0d-dd76da1f02a5"/>
    <ds:schemaRef ds:uri="http://purl.org/dc/elements/1.1/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customXml/itemProps2.xml><?xml version="1.0" encoding="utf-8"?>
<ds:datastoreItem xmlns:ds="http://schemas.openxmlformats.org/officeDocument/2006/customXml" ds:itemID="{1F3D192A-84D9-4592-8CD0-04B2096CE0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DF21CE-F94D-4E7A-9B41-689023E47C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{177170DC-BEEB-4CF7-B9C2-5883527E27F2}f8dc1640-3439-4295-837e-5fa9f8b9a147-TF9c42d441-9920-40a0-9453-1a93061bec3d9548b722_win32</Template>
  <TotalTime>590</TotalTime>
  <Words>146</Words>
  <Application>Microsoft Office PowerPoint</Application>
  <PresentationFormat>Widescreen</PresentationFormat>
  <Paragraphs>27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Aptos</vt:lpstr>
      <vt:lpstr>Arial</vt:lpstr>
      <vt:lpstr>Biome Light</vt:lpstr>
      <vt:lpstr>Century Gothic</vt:lpstr>
      <vt:lpstr>Karla</vt:lpstr>
      <vt:lpstr>Univers Condensed Light</vt:lpstr>
      <vt:lpstr>Wingdings 3</vt:lpstr>
      <vt:lpstr>Chalcot</vt:lpstr>
      <vt:lpstr>Ion</vt:lpstr>
      <vt:lpstr>Design, Development and Evaluation of a Specification-Driven, Reusable Alumni Management Platform for Resource-Constrained Institutions</vt:lpstr>
      <vt:lpstr>Where the project stands </vt:lpstr>
      <vt:lpstr>Architecture</vt:lpstr>
      <vt:lpstr>Election lifecycle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Habibur Rahman Shalin</dc:creator>
  <cp:lastModifiedBy>Habibur Rahman Shalin</cp:lastModifiedBy>
  <cp:revision>7</cp:revision>
  <dcterms:created xsi:type="dcterms:W3CDTF">2026-09-26T07:23:02Z</dcterms:created>
  <dcterms:modified xsi:type="dcterms:W3CDTF">2026-10-31T06:39:18Z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